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3" r:id="rId3"/>
    <p:sldId id="257" r:id="rId4"/>
    <p:sldId id="258" r:id="rId5"/>
    <p:sldId id="259" r:id="rId6"/>
    <p:sldId id="260" r:id="rId7"/>
    <p:sldId id="261" r:id="rId8"/>
    <p:sldId id="262" r:id="rId9"/>
    <p:sldId id="271" r:id="rId10"/>
    <p:sldId id="272" r:id="rId11"/>
    <p:sldId id="274" r:id="rId12"/>
    <p:sldId id="275" r:id="rId13"/>
    <p:sldId id="263" r:id="rId14"/>
    <p:sldId id="264" r:id="rId15"/>
    <p:sldId id="265" r:id="rId16"/>
    <p:sldId id="266" r:id="rId17"/>
    <p:sldId id="267" r:id="rId18"/>
    <p:sldId id="26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E67B8C3-7919-4B86-AC22-5853548E32B1}">
          <p14:sldIdLst>
            <p14:sldId id="276"/>
            <p14:sldId id="273"/>
            <p14:sldId id="257"/>
            <p14:sldId id="258"/>
            <p14:sldId id="259"/>
            <p14:sldId id="260"/>
            <p14:sldId id="261"/>
            <p14:sldId id="262"/>
            <p14:sldId id="271"/>
            <p14:sldId id="272"/>
            <p14:sldId id="274"/>
            <p14:sldId id="275"/>
            <p14:sldId id="263"/>
            <p14:sldId id="264"/>
            <p14:sldId id="265"/>
            <p14:sldId id="266"/>
            <p14:sldId id="267"/>
            <p14:sldId id="268"/>
          </p14:sldIdLst>
        </p14:section>
        <p14:section name="Untitled Section" id="{7846D566-53FE-4691-AE63-A01FB01E65C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1C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D75C1E-B098-4E72-8D6D-A35513D805BC}" v="537" dt="2025-04-29T15:50:32.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21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B0E7A-013F-D9CC-68D9-27E30A2A50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EC185D-D7AB-0AEE-1470-7E90EEAD153E}"/>
              </a:ext>
            </a:extLst>
          </p:cNvPr>
          <p:cNvSpPr>
            <a:spLocks noGrp="1"/>
          </p:cNvSpPr>
          <p:nvPr>
            <p:ph type="subTitle" idx="1"/>
          </p:nvPr>
        </p:nvSpPr>
        <p:spPr>
          <a:xfrm>
            <a:off x="1524000" y="3602038"/>
            <a:ext cx="9144000" cy="1655762"/>
          </a:xfrm>
        </p:spPr>
        <p:txBody>
          <a:bodyPr/>
          <a:lstStyle>
            <a:lvl1pPr marL="0" indent="0" algn="ctr">
              <a:buNone/>
              <a:defRPr sz="2400"/>
            </a:lvl1pPr>
            <a:lvl2pPr marL="457214" indent="0" algn="ctr">
              <a:buNone/>
              <a:defRPr sz="2000"/>
            </a:lvl2pPr>
            <a:lvl3pPr marL="914428" indent="0" algn="ctr">
              <a:buNone/>
              <a:defRPr sz="1800"/>
            </a:lvl3pPr>
            <a:lvl4pPr marL="1371643" indent="0" algn="ctr">
              <a:buNone/>
              <a:defRPr sz="1600"/>
            </a:lvl4pPr>
            <a:lvl5pPr marL="1828857" indent="0" algn="ctr">
              <a:buNone/>
              <a:defRPr sz="1600"/>
            </a:lvl5pPr>
            <a:lvl6pPr marL="2286071" indent="0" algn="ctr">
              <a:buNone/>
              <a:defRPr sz="1600"/>
            </a:lvl6pPr>
            <a:lvl7pPr marL="2743285" indent="0" algn="ctr">
              <a:buNone/>
              <a:defRPr sz="1600"/>
            </a:lvl7pPr>
            <a:lvl8pPr marL="3200500" indent="0" algn="ctr">
              <a:buNone/>
              <a:defRPr sz="1600"/>
            </a:lvl8pPr>
            <a:lvl9pPr marL="3657714"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96B66D-E612-F3E2-A4B4-E5929CE52255}"/>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5" name="Footer Placeholder 4">
            <a:extLst>
              <a:ext uri="{FF2B5EF4-FFF2-40B4-BE49-F238E27FC236}">
                <a16:creationId xmlns:a16="http://schemas.microsoft.com/office/drawing/2014/main" id="{61F64037-8866-D3A6-2A68-8B4654BAE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A55292-33E9-9B3A-B49F-737B159FB35B}"/>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17310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2EBFF-D832-31CC-820A-88F7DD8D8E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DA2D4E-3C94-E715-627B-71FB04AD1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EE4E3-AC37-D416-B401-7B72155DF400}"/>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5" name="Footer Placeholder 4">
            <a:extLst>
              <a:ext uri="{FF2B5EF4-FFF2-40B4-BE49-F238E27FC236}">
                <a16:creationId xmlns:a16="http://schemas.microsoft.com/office/drawing/2014/main" id="{BC91CD55-B597-8614-5A1C-F1DFCF4104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50E74-A975-C5C7-B6C9-69928AEB6266}"/>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4026522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BBD1-A617-AF13-BAFB-18916A0C4976}"/>
              </a:ext>
            </a:extLst>
          </p:cNvPr>
          <p:cNvSpPr>
            <a:spLocks noGrp="1"/>
          </p:cNvSpPr>
          <p:nvPr>
            <p:ph type="title"/>
          </p:nvPr>
        </p:nvSpPr>
        <p:spPr>
          <a:xfrm>
            <a:off x="831850"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3B34ED-B2EE-9EC2-5D37-A354292F5FA3}"/>
              </a:ext>
            </a:extLst>
          </p:cNvPr>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14" indent="0">
              <a:buNone/>
              <a:defRPr sz="2000">
                <a:solidFill>
                  <a:schemeClr val="tx1">
                    <a:tint val="75000"/>
                  </a:schemeClr>
                </a:solidFill>
              </a:defRPr>
            </a:lvl2pPr>
            <a:lvl3pPr marL="914428" indent="0">
              <a:buNone/>
              <a:defRPr sz="1800">
                <a:solidFill>
                  <a:schemeClr val="tx1">
                    <a:tint val="75000"/>
                  </a:schemeClr>
                </a:solidFill>
              </a:defRPr>
            </a:lvl3pPr>
            <a:lvl4pPr marL="1371643" indent="0">
              <a:buNone/>
              <a:defRPr sz="1600">
                <a:solidFill>
                  <a:schemeClr val="tx1">
                    <a:tint val="75000"/>
                  </a:schemeClr>
                </a:solidFill>
              </a:defRPr>
            </a:lvl4pPr>
            <a:lvl5pPr marL="1828857" indent="0">
              <a:buNone/>
              <a:defRPr sz="1600">
                <a:solidFill>
                  <a:schemeClr val="tx1">
                    <a:tint val="75000"/>
                  </a:schemeClr>
                </a:solidFill>
              </a:defRPr>
            </a:lvl5pPr>
            <a:lvl6pPr marL="2286071" indent="0">
              <a:buNone/>
              <a:defRPr sz="1600">
                <a:solidFill>
                  <a:schemeClr val="tx1">
                    <a:tint val="75000"/>
                  </a:schemeClr>
                </a:solidFill>
              </a:defRPr>
            </a:lvl6pPr>
            <a:lvl7pPr marL="2743285" indent="0">
              <a:buNone/>
              <a:defRPr sz="1600">
                <a:solidFill>
                  <a:schemeClr val="tx1">
                    <a:tint val="75000"/>
                  </a:schemeClr>
                </a:solidFill>
              </a:defRPr>
            </a:lvl7pPr>
            <a:lvl8pPr marL="3200500" indent="0">
              <a:buNone/>
              <a:defRPr sz="1600">
                <a:solidFill>
                  <a:schemeClr val="tx1">
                    <a:tint val="75000"/>
                  </a:schemeClr>
                </a:solidFill>
              </a:defRPr>
            </a:lvl8pPr>
            <a:lvl9pPr marL="3657714"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DFB28D-37DB-83E0-5728-FCA08B5DF399}"/>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5" name="Footer Placeholder 4">
            <a:extLst>
              <a:ext uri="{FF2B5EF4-FFF2-40B4-BE49-F238E27FC236}">
                <a16:creationId xmlns:a16="http://schemas.microsoft.com/office/drawing/2014/main" id="{B23ADA8D-74C1-9CBB-6847-91DD3CF6F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CA77E-C6EF-362E-DDD3-F97A5C638853}"/>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324548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514C-9E0D-2E82-A5EA-460CE2AE07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1DA742-F753-65A0-861B-DA0D11DF76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B50BC6-C345-0556-8BEB-806EA1D0D7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FF5107-8FD1-5CF6-6222-3560D6458823}"/>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6" name="Footer Placeholder 5">
            <a:extLst>
              <a:ext uri="{FF2B5EF4-FFF2-40B4-BE49-F238E27FC236}">
                <a16:creationId xmlns:a16="http://schemas.microsoft.com/office/drawing/2014/main" id="{46A8186A-7785-28C3-3BB7-0F8B4892EB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EC7922-2EFC-6998-BD6B-910FE95DC282}"/>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153670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EF47D-0CB4-0E8D-8E18-24B3D86C46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B39F16-DA47-665A-1EA4-29A60E9C21FB}"/>
              </a:ext>
            </a:extLst>
          </p:cNvPr>
          <p:cNvSpPr>
            <a:spLocks noGrp="1"/>
          </p:cNvSpPr>
          <p:nvPr>
            <p:ph type="body" idx="1"/>
          </p:nvPr>
        </p:nvSpPr>
        <p:spPr>
          <a:xfrm>
            <a:off x="839790" y="1681164"/>
            <a:ext cx="5157787" cy="823912"/>
          </a:xfrm>
        </p:spPr>
        <p:txBody>
          <a:bodyPr anchor="b"/>
          <a:lstStyle>
            <a:lvl1pPr marL="0" indent="0">
              <a:buNone/>
              <a:defRPr sz="2400" b="1"/>
            </a:lvl1pPr>
            <a:lvl2pPr marL="457214" indent="0">
              <a:buNone/>
              <a:defRPr sz="2000" b="1"/>
            </a:lvl2pPr>
            <a:lvl3pPr marL="914428" indent="0">
              <a:buNone/>
              <a:defRPr sz="1800" b="1"/>
            </a:lvl3pPr>
            <a:lvl4pPr marL="1371643" indent="0">
              <a:buNone/>
              <a:defRPr sz="1600" b="1"/>
            </a:lvl4pPr>
            <a:lvl5pPr marL="1828857" indent="0">
              <a:buNone/>
              <a:defRPr sz="1600" b="1"/>
            </a:lvl5pPr>
            <a:lvl6pPr marL="2286071" indent="0">
              <a:buNone/>
              <a:defRPr sz="1600" b="1"/>
            </a:lvl6pPr>
            <a:lvl7pPr marL="2743285" indent="0">
              <a:buNone/>
              <a:defRPr sz="1600" b="1"/>
            </a:lvl7pPr>
            <a:lvl8pPr marL="3200500" indent="0">
              <a:buNone/>
              <a:defRPr sz="1600" b="1"/>
            </a:lvl8pPr>
            <a:lvl9pPr marL="3657714"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200A6-5800-2AE4-8199-9C136FED91BF}"/>
              </a:ext>
            </a:extLst>
          </p:cNvPr>
          <p:cNvSpPr>
            <a:spLocks noGrp="1"/>
          </p:cNvSpPr>
          <p:nvPr>
            <p:ph sz="half" idx="2"/>
          </p:nvPr>
        </p:nvSpPr>
        <p:spPr>
          <a:xfrm>
            <a:off x="839790"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793CDE-454D-580F-098F-2A1E4D343859}"/>
              </a:ext>
            </a:extLst>
          </p:cNvPr>
          <p:cNvSpPr>
            <a:spLocks noGrp="1"/>
          </p:cNvSpPr>
          <p:nvPr>
            <p:ph type="body" sz="quarter" idx="3"/>
          </p:nvPr>
        </p:nvSpPr>
        <p:spPr>
          <a:xfrm>
            <a:off x="6172200" y="1681164"/>
            <a:ext cx="5183188" cy="823912"/>
          </a:xfrm>
        </p:spPr>
        <p:txBody>
          <a:bodyPr anchor="b"/>
          <a:lstStyle>
            <a:lvl1pPr marL="0" indent="0">
              <a:buNone/>
              <a:defRPr sz="2400" b="1"/>
            </a:lvl1pPr>
            <a:lvl2pPr marL="457214" indent="0">
              <a:buNone/>
              <a:defRPr sz="2000" b="1"/>
            </a:lvl2pPr>
            <a:lvl3pPr marL="914428" indent="0">
              <a:buNone/>
              <a:defRPr sz="1800" b="1"/>
            </a:lvl3pPr>
            <a:lvl4pPr marL="1371643" indent="0">
              <a:buNone/>
              <a:defRPr sz="1600" b="1"/>
            </a:lvl4pPr>
            <a:lvl5pPr marL="1828857" indent="0">
              <a:buNone/>
              <a:defRPr sz="1600" b="1"/>
            </a:lvl5pPr>
            <a:lvl6pPr marL="2286071" indent="0">
              <a:buNone/>
              <a:defRPr sz="1600" b="1"/>
            </a:lvl6pPr>
            <a:lvl7pPr marL="2743285" indent="0">
              <a:buNone/>
              <a:defRPr sz="1600" b="1"/>
            </a:lvl7pPr>
            <a:lvl8pPr marL="3200500" indent="0">
              <a:buNone/>
              <a:defRPr sz="1600" b="1"/>
            </a:lvl8pPr>
            <a:lvl9pPr marL="3657714"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63515A-4283-C5A3-69CD-EE7AE760B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7A2CFF-8CA8-9699-C800-08BF6C2C40B9}"/>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8" name="Footer Placeholder 7">
            <a:extLst>
              <a:ext uri="{FF2B5EF4-FFF2-40B4-BE49-F238E27FC236}">
                <a16:creationId xmlns:a16="http://schemas.microsoft.com/office/drawing/2014/main" id="{9966AFEB-3350-CFA5-D99E-EDDEFE43F9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770FA7-4055-AC12-5A7F-528A6F9A9720}"/>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3024533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6736-DFDD-1CC4-B34D-5EA3157CD2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B4867A-2F20-E889-A6CC-6F1224648195}"/>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4" name="Footer Placeholder 3">
            <a:extLst>
              <a:ext uri="{FF2B5EF4-FFF2-40B4-BE49-F238E27FC236}">
                <a16:creationId xmlns:a16="http://schemas.microsoft.com/office/drawing/2014/main" id="{E30FCD8E-BF8C-4BDC-DB92-69B0AC8D62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A33CD-DF34-3605-363D-C7E3B1E54E88}"/>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2374226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FC58A7-A1DA-B217-4A10-2C1F73FEDAE8}"/>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3" name="Footer Placeholder 2">
            <a:extLst>
              <a:ext uri="{FF2B5EF4-FFF2-40B4-BE49-F238E27FC236}">
                <a16:creationId xmlns:a16="http://schemas.microsoft.com/office/drawing/2014/main" id="{6A43EF3C-88DC-FC72-5C98-8BB9078877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E2A79F-8C29-BD5C-F7A0-B2F79AD2DA26}"/>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4221005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3199B-B601-43B5-62E6-F07B4FF84CBB}"/>
              </a:ext>
            </a:extLst>
          </p:cNvPr>
          <p:cNvSpPr>
            <a:spLocks noGrp="1"/>
          </p:cNvSpPr>
          <p:nvPr>
            <p:ph type="title"/>
          </p:nvPr>
        </p:nvSpPr>
        <p:spPr>
          <a:xfrm>
            <a:off x="839790"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74586-D8AA-5F2B-F159-FA0274EDE72C}"/>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D2D338-1D36-D519-6DED-4B139C1A792D}"/>
              </a:ext>
            </a:extLst>
          </p:cNvPr>
          <p:cNvSpPr>
            <a:spLocks noGrp="1"/>
          </p:cNvSpPr>
          <p:nvPr>
            <p:ph type="body" sz="half" idx="2"/>
          </p:nvPr>
        </p:nvSpPr>
        <p:spPr>
          <a:xfrm>
            <a:off x="839790" y="2057400"/>
            <a:ext cx="3932237" cy="3811588"/>
          </a:xfrm>
        </p:spPr>
        <p:txBody>
          <a:bodyPr/>
          <a:lstStyle>
            <a:lvl1pPr marL="0" indent="0">
              <a:buNone/>
              <a:defRPr sz="1600"/>
            </a:lvl1pPr>
            <a:lvl2pPr marL="457214" indent="0">
              <a:buNone/>
              <a:defRPr sz="1400"/>
            </a:lvl2pPr>
            <a:lvl3pPr marL="914428" indent="0">
              <a:buNone/>
              <a:defRPr sz="1200"/>
            </a:lvl3pPr>
            <a:lvl4pPr marL="1371643" indent="0">
              <a:buNone/>
              <a:defRPr sz="1000"/>
            </a:lvl4pPr>
            <a:lvl5pPr marL="1828857" indent="0">
              <a:buNone/>
              <a:defRPr sz="1000"/>
            </a:lvl5pPr>
            <a:lvl6pPr marL="2286071" indent="0">
              <a:buNone/>
              <a:defRPr sz="1000"/>
            </a:lvl6pPr>
            <a:lvl7pPr marL="2743285" indent="0">
              <a:buNone/>
              <a:defRPr sz="1000"/>
            </a:lvl7pPr>
            <a:lvl8pPr marL="3200500" indent="0">
              <a:buNone/>
              <a:defRPr sz="1000"/>
            </a:lvl8pPr>
            <a:lvl9pPr marL="3657714"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7562E5-79F1-3435-8E55-7CDEB7D2701F}"/>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6" name="Footer Placeholder 5">
            <a:extLst>
              <a:ext uri="{FF2B5EF4-FFF2-40B4-BE49-F238E27FC236}">
                <a16:creationId xmlns:a16="http://schemas.microsoft.com/office/drawing/2014/main" id="{40FA213F-6264-DE3D-262D-3C803CE82F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88CCBD-9364-2EEA-2889-1FAA27B6A68B}"/>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2308623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4B8DB-42BF-9BD6-6707-994CE7469D75}"/>
              </a:ext>
            </a:extLst>
          </p:cNvPr>
          <p:cNvSpPr>
            <a:spLocks noGrp="1"/>
          </p:cNvSpPr>
          <p:nvPr>
            <p:ph type="title"/>
          </p:nvPr>
        </p:nvSpPr>
        <p:spPr>
          <a:xfrm>
            <a:off x="839790"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11134-3AE1-9059-0EB4-6F14FCD1A864}"/>
              </a:ext>
            </a:extLst>
          </p:cNvPr>
          <p:cNvSpPr>
            <a:spLocks noGrp="1"/>
          </p:cNvSpPr>
          <p:nvPr>
            <p:ph type="pic" idx="1"/>
          </p:nvPr>
        </p:nvSpPr>
        <p:spPr>
          <a:xfrm>
            <a:off x="5183188" y="987426"/>
            <a:ext cx="6172200" cy="4873625"/>
          </a:xfrm>
        </p:spPr>
        <p:txBody>
          <a:bodyPr/>
          <a:lstStyle>
            <a:lvl1pPr marL="0" indent="0">
              <a:buNone/>
              <a:defRPr sz="3200"/>
            </a:lvl1pPr>
            <a:lvl2pPr marL="457214" indent="0">
              <a:buNone/>
              <a:defRPr sz="2800"/>
            </a:lvl2pPr>
            <a:lvl3pPr marL="914428" indent="0">
              <a:buNone/>
              <a:defRPr sz="2400"/>
            </a:lvl3pPr>
            <a:lvl4pPr marL="1371643" indent="0">
              <a:buNone/>
              <a:defRPr sz="2000"/>
            </a:lvl4pPr>
            <a:lvl5pPr marL="1828857" indent="0">
              <a:buNone/>
              <a:defRPr sz="2000"/>
            </a:lvl5pPr>
            <a:lvl6pPr marL="2286071" indent="0">
              <a:buNone/>
              <a:defRPr sz="2000"/>
            </a:lvl6pPr>
            <a:lvl7pPr marL="2743285" indent="0">
              <a:buNone/>
              <a:defRPr sz="2000"/>
            </a:lvl7pPr>
            <a:lvl8pPr marL="3200500" indent="0">
              <a:buNone/>
              <a:defRPr sz="2000"/>
            </a:lvl8pPr>
            <a:lvl9pPr marL="3657714" indent="0">
              <a:buNone/>
              <a:defRPr sz="2000"/>
            </a:lvl9pPr>
          </a:lstStyle>
          <a:p>
            <a:endParaRPr lang="en-US"/>
          </a:p>
        </p:txBody>
      </p:sp>
      <p:sp>
        <p:nvSpPr>
          <p:cNvPr id="4" name="Text Placeholder 3">
            <a:extLst>
              <a:ext uri="{FF2B5EF4-FFF2-40B4-BE49-F238E27FC236}">
                <a16:creationId xmlns:a16="http://schemas.microsoft.com/office/drawing/2014/main" id="{4E8FED27-41DF-64A0-296C-585F3499D17F}"/>
              </a:ext>
            </a:extLst>
          </p:cNvPr>
          <p:cNvSpPr>
            <a:spLocks noGrp="1"/>
          </p:cNvSpPr>
          <p:nvPr>
            <p:ph type="body" sz="half" idx="2"/>
          </p:nvPr>
        </p:nvSpPr>
        <p:spPr>
          <a:xfrm>
            <a:off x="839790" y="2057400"/>
            <a:ext cx="3932237" cy="3811588"/>
          </a:xfrm>
        </p:spPr>
        <p:txBody>
          <a:bodyPr/>
          <a:lstStyle>
            <a:lvl1pPr marL="0" indent="0">
              <a:buNone/>
              <a:defRPr sz="1600"/>
            </a:lvl1pPr>
            <a:lvl2pPr marL="457214" indent="0">
              <a:buNone/>
              <a:defRPr sz="1400"/>
            </a:lvl2pPr>
            <a:lvl3pPr marL="914428" indent="0">
              <a:buNone/>
              <a:defRPr sz="1200"/>
            </a:lvl3pPr>
            <a:lvl4pPr marL="1371643" indent="0">
              <a:buNone/>
              <a:defRPr sz="1000"/>
            </a:lvl4pPr>
            <a:lvl5pPr marL="1828857" indent="0">
              <a:buNone/>
              <a:defRPr sz="1000"/>
            </a:lvl5pPr>
            <a:lvl6pPr marL="2286071" indent="0">
              <a:buNone/>
              <a:defRPr sz="1000"/>
            </a:lvl6pPr>
            <a:lvl7pPr marL="2743285" indent="0">
              <a:buNone/>
              <a:defRPr sz="1000"/>
            </a:lvl7pPr>
            <a:lvl8pPr marL="3200500" indent="0">
              <a:buNone/>
              <a:defRPr sz="1000"/>
            </a:lvl8pPr>
            <a:lvl9pPr marL="3657714"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83184-25B1-507E-E95C-9CA84C252F33}"/>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6" name="Footer Placeholder 5">
            <a:extLst>
              <a:ext uri="{FF2B5EF4-FFF2-40B4-BE49-F238E27FC236}">
                <a16:creationId xmlns:a16="http://schemas.microsoft.com/office/drawing/2014/main" id="{F2F66B67-2215-2AAF-2BFF-AD8D209C2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63AA0-56DD-9CC8-B517-23F4F41BA186}"/>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1203583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58E63-A54E-3346-7B01-4768373D78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FF86A4-7A5C-E72E-6374-3BBBB7F95A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34879A-ACA8-47A4-670B-BEB3CE18C894}"/>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5" name="Footer Placeholder 4">
            <a:extLst>
              <a:ext uri="{FF2B5EF4-FFF2-40B4-BE49-F238E27FC236}">
                <a16:creationId xmlns:a16="http://schemas.microsoft.com/office/drawing/2014/main" id="{D154332A-C9A6-6687-289E-9743BBF1F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2C0582-375E-16DB-BBCF-CC2FE4D4A21C}"/>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2149068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C5D8F6-950C-196C-03DE-58919C7097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2CCAF4-DFD9-FE6C-D2DA-48271A1556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A4563E-89FB-C255-D101-E8F5FDD242EE}"/>
              </a:ext>
            </a:extLst>
          </p:cNvPr>
          <p:cNvSpPr>
            <a:spLocks noGrp="1"/>
          </p:cNvSpPr>
          <p:nvPr>
            <p:ph type="dt" sz="half" idx="10"/>
          </p:nvPr>
        </p:nvSpPr>
        <p:spPr/>
        <p:txBody>
          <a:bodyPr/>
          <a:lstStyle/>
          <a:p>
            <a:fld id="{8BA62A7F-4C03-4F7C-B6E1-4000AFBF840C}" type="datetimeFigureOut">
              <a:rPr lang="en-US" smtClean="0"/>
              <a:t>4/29/2025</a:t>
            </a:fld>
            <a:endParaRPr lang="en-US"/>
          </a:p>
        </p:txBody>
      </p:sp>
      <p:sp>
        <p:nvSpPr>
          <p:cNvPr id="5" name="Footer Placeholder 4">
            <a:extLst>
              <a:ext uri="{FF2B5EF4-FFF2-40B4-BE49-F238E27FC236}">
                <a16:creationId xmlns:a16="http://schemas.microsoft.com/office/drawing/2014/main" id="{FB1C1175-2054-0869-14B1-032149F7EC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271F12-FBB2-E016-4A10-A37A3CE91AEA}"/>
              </a:ext>
            </a:extLst>
          </p:cNvPr>
          <p:cNvSpPr>
            <a:spLocks noGrp="1"/>
          </p:cNvSpPr>
          <p:nvPr>
            <p:ph type="sldNum" sz="quarter" idx="12"/>
          </p:nvPr>
        </p:nvSpPr>
        <p:spPr/>
        <p:txBody>
          <a:bodyPr/>
          <a:lstStyle/>
          <a:p>
            <a:fld id="{3419210F-3686-4638-B958-4984B8B677C8}" type="slidenum">
              <a:rPr lang="en-US" smtClean="0"/>
              <a:t>‹#›</a:t>
            </a:fld>
            <a:endParaRPr lang="en-US"/>
          </a:p>
        </p:txBody>
      </p:sp>
    </p:spTree>
    <p:extLst>
      <p:ext uri="{BB962C8B-B14F-4D97-AF65-F5344CB8AC3E}">
        <p14:creationId xmlns:p14="http://schemas.microsoft.com/office/powerpoint/2010/main" val="1235211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E0076A-B73A-981E-5544-DDF34F4A8E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40992D-CC4E-B4EB-9523-91FC03DF56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226F3-6FF4-5285-31DA-5BB67D6A75D3}"/>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A62A7F-4C03-4F7C-B6E1-4000AFBF840C}" type="datetimeFigureOut">
              <a:rPr lang="en-US" smtClean="0"/>
              <a:t>4/29/2025</a:t>
            </a:fld>
            <a:endParaRPr lang="en-US"/>
          </a:p>
        </p:txBody>
      </p:sp>
      <p:sp>
        <p:nvSpPr>
          <p:cNvPr id="5" name="Footer Placeholder 4">
            <a:extLst>
              <a:ext uri="{FF2B5EF4-FFF2-40B4-BE49-F238E27FC236}">
                <a16:creationId xmlns:a16="http://schemas.microsoft.com/office/drawing/2014/main" id="{A153CED2-0660-B009-98B0-A2CABD5E2F68}"/>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FBAC3B-7BA5-7120-41AF-73F7957CA473}"/>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9210F-3686-4638-B958-4984B8B677C8}" type="slidenum">
              <a:rPr lang="en-US" smtClean="0"/>
              <a:t>‹#›</a:t>
            </a:fld>
            <a:endParaRPr lang="en-US"/>
          </a:p>
        </p:txBody>
      </p:sp>
    </p:spTree>
    <p:extLst>
      <p:ext uri="{BB962C8B-B14F-4D97-AF65-F5344CB8AC3E}">
        <p14:creationId xmlns:p14="http://schemas.microsoft.com/office/powerpoint/2010/main" val="1561286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2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8" indent="-228608" algn="l" defTabSz="91442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22" indent="-228608" algn="l" defTabSz="91442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36" indent="-228608" algn="l" defTabSz="91442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50" indent="-228608" algn="l" defTabSz="91442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65" indent="-228608" algn="l" defTabSz="91442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79" indent="-228608" algn="l" defTabSz="91442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93" indent="-228608" algn="l" defTabSz="91442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07" indent="-228608" algn="l" defTabSz="91442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22" indent="-228608" algn="l" defTabSz="91442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8" rtl="0" eaLnBrk="1" latinLnBrk="0" hangingPunct="1">
        <a:defRPr sz="1800" kern="1200">
          <a:solidFill>
            <a:schemeClr val="tx1"/>
          </a:solidFill>
          <a:latin typeface="+mn-lt"/>
          <a:ea typeface="+mn-ea"/>
          <a:cs typeface="+mn-cs"/>
        </a:defRPr>
      </a:lvl1pPr>
      <a:lvl2pPr marL="457214" algn="l" defTabSz="914428" rtl="0" eaLnBrk="1" latinLnBrk="0" hangingPunct="1">
        <a:defRPr sz="1800" kern="1200">
          <a:solidFill>
            <a:schemeClr val="tx1"/>
          </a:solidFill>
          <a:latin typeface="+mn-lt"/>
          <a:ea typeface="+mn-ea"/>
          <a:cs typeface="+mn-cs"/>
        </a:defRPr>
      </a:lvl2pPr>
      <a:lvl3pPr marL="914428" algn="l" defTabSz="914428" rtl="0" eaLnBrk="1" latinLnBrk="0" hangingPunct="1">
        <a:defRPr sz="1800" kern="1200">
          <a:solidFill>
            <a:schemeClr val="tx1"/>
          </a:solidFill>
          <a:latin typeface="+mn-lt"/>
          <a:ea typeface="+mn-ea"/>
          <a:cs typeface="+mn-cs"/>
        </a:defRPr>
      </a:lvl3pPr>
      <a:lvl4pPr marL="1371643" algn="l" defTabSz="914428" rtl="0" eaLnBrk="1" latinLnBrk="0" hangingPunct="1">
        <a:defRPr sz="1800" kern="1200">
          <a:solidFill>
            <a:schemeClr val="tx1"/>
          </a:solidFill>
          <a:latin typeface="+mn-lt"/>
          <a:ea typeface="+mn-ea"/>
          <a:cs typeface="+mn-cs"/>
        </a:defRPr>
      </a:lvl4pPr>
      <a:lvl5pPr marL="1828857" algn="l" defTabSz="914428" rtl="0" eaLnBrk="1" latinLnBrk="0" hangingPunct="1">
        <a:defRPr sz="1800" kern="1200">
          <a:solidFill>
            <a:schemeClr val="tx1"/>
          </a:solidFill>
          <a:latin typeface="+mn-lt"/>
          <a:ea typeface="+mn-ea"/>
          <a:cs typeface="+mn-cs"/>
        </a:defRPr>
      </a:lvl5pPr>
      <a:lvl6pPr marL="2286071" algn="l" defTabSz="914428" rtl="0" eaLnBrk="1" latinLnBrk="0" hangingPunct="1">
        <a:defRPr sz="1800" kern="1200">
          <a:solidFill>
            <a:schemeClr val="tx1"/>
          </a:solidFill>
          <a:latin typeface="+mn-lt"/>
          <a:ea typeface="+mn-ea"/>
          <a:cs typeface="+mn-cs"/>
        </a:defRPr>
      </a:lvl6pPr>
      <a:lvl7pPr marL="2743285" algn="l" defTabSz="914428" rtl="0" eaLnBrk="1" latinLnBrk="0" hangingPunct="1">
        <a:defRPr sz="1800" kern="1200">
          <a:solidFill>
            <a:schemeClr val="tx1"/>
          </a:solidFill>
          <a:latin typeface="+mn-lt"/>
          <a:ea typeface="+mn-ea"/>
          <a:cs typeface="+mn-cs"/>
        </a:defRPr>
      </a:lvl7pPr>
      <a:lvl8pPr marL="3200500" algn="l" defTabSz="914428" rtl="0" eaLnBrk="1" latinLnBrk="0" hangingPunct="1">
        <a:defRPr sz="1800" kern="1200">
          <a:solidFill>
            <a:schemeClr val="tx1"/>
          </a:solidFill>
          <a:latin typeface="+mn-lt"/>
          <a:ea typeface="+mn-ea"/>
          <a:cs typeface="+mn-cs"/>
        </a:defRPr>
      </a:lvl8pPr>
      <a:lvl9pPr marL="3657714" algn="l" defTabSz="91442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63D12EBD-A493-E618-67B8-234CCCA88907}"/>
              </a:ext>
            </a:extLst>
          </p:cNvPr>
          <p:cNvPicPr>
            <a:picLocks noChangeAspect="1"/>
          </p:cNvPicPr>
          <p:nvPr/>
        </p:nvPicPr>
        <p:blipFill>
          <a:blip r:embed="rId2"/>
          <a:stretch>
            <a:fillRect/>
          </a:stretch>
        </p:blipFill>
        <p:spPr>
          <a:xfrm>
            <a:off x="3408362" y="350310"/>
            <a:ext cx="5389385" cy="1980493"/>
          </a:xfrm>
          <a:prstGeom prst="rect">
            <a:avLst/>
          </a:prstGeom>
        </p:spPr>
      </p:pic>
      <p:sp>
        <p:nvSpPr>
          <p:cNvPr id="4" name="TextBox 3">
            <a:extLst>
              <a:ext uri="{FF2B5EF4-FFF2-40B4-BE49-F238E27FC236}">
                <a16:creationId xmlns:a16="http://schemas.microsoft.com/office/drawing/2014/main" id="{1D9F60E3-210E-7A4C-A734-77A719B88AA2}"/>
              </a:ext>
            </a:extLst>
          </p:cNvPr>
          <p:cNvSpPr txBox="1"/>
          <p:nvPr/>
        </p:nvSpPr>
        <p:spPr>
          <a:xfrm>
            <a:off x="3414889" y="2850444"/>
            <a:ext cx="538197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ea typeface="Calibri"/>
                <a:cs typeface="Calibri"/>
              </a:rPr>
              <a:t>NETFLIX AI – DRIVEN INSIGHTS</a:t>
            </a:r>
          </a:p>
        </p:txBody>
      </p:sp>
      <p:sp>
        <p:nvSpPr>
          <p:cNvPr id="6" name="TextBox 5">
            <a:extLst>
              <a:ext uri="{FF2B5EF4-FFF2-40B4-BE49-F238E27FC236}">
                <a16:creationId xmlns:a16="http://schemas.microsoft.com/office/drawing/2014/main" id="{55007E14-7254-E8DF-CB91-0FCD810FCE02}"/>
              </a:ext>
            </a:extLst>
          </p:cNvPr>
          <p:cNvSpPr txBox="1"/>
          <p:nvPr/>
        </p:nvSpPr>
        <p:spPr>
          <a:xfrm>
            <a:off x="1368777" y="4219222"/>
            <a:ext cx="274320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ea typeface="Calibri"/>
                <a:cs typeface="Calibri"/>
              </a:rPr>
              <a:t>Class  Incharge Name:</a:t>
            </a:r>
          </a:p>
          <a:p>
            <a:r>
              <a:rPr lang="en-US" sz="2800" b="1" dirty="0" err="1">
                <a:ea typeface="Calibri"/>
                <a:cs typeface="Calibri"/>
              </a:rPr>
              <a:t>Dr.A.BANUSHRI</a:t>
            </a:r>
          </a:p>
        </p:txBody>
      </p:sp>
      <p:sp>
        <p:nvSpPr>
          <p:cNvPr id="7" name="TextBox 6">
            <a:extLst>
              <a:ext uri="{FF2B5EF4-FFF2-40B4-BE49-F238E27FC236}">
                <a16:creationId xmlns:a16="http://schemas.microsoft.com/office/drawing/2014/main" id="{CF1CDC2D-892F-FFB3-ECCD-34D36E99358B}"/>
              </a:ext>
            </a:extLst>
          </p:cNvPr>
          <p:cNvSpPr txBox="1"/>
          <p:nvPr/>
        </p:nvSpPr>
        <p:spPr>
          <a:xfrm>
            <a:off x="8607777" y="4332111"/>
            <a:ext cx="274320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ea typeface="Calibri"/>
                <a:cs typeface="Calibri"/>
              </a:rPr>
              <a:t>S.PRANOV</a:t>
            </a:r>
          </a:p>
          <a:p>
            <a:r>
              <a:rPr lang="en-US" sz="3200" b="1" dirty="0">
                <a:ea typeface="Calibri"/>
                <a:cs typeface="Calibri"/>
              </a:rPr>
              <a:t>22620134</a:t>
            </a:r>
          </a:p>
        </p:txBody>
      </p:sp>
    </p:spTree>
    <p:extLst>
      <p:ext uri="{BB962C8B-B14F-4D97-AF65-F5344CB8AC3E}">
        <p14:creationId xmlns:p14="http://schemas.microsoft.com/office/powerpoint/2010/main" val="2803797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2203-DE46-5DB0-E8E0-BDF3FCA98E18}"/>
              </a:ext>
            </a:extLst>
          </p:cNvPr>
          <p:cNvSpPr>
            <a:spLocks noGrp="1"/>
          </p:cNvSpPr>
          <p:nvPr>
            <p:ph type="title"/>
          </p:nvPr>
        </p:nvSpPr>
        <p:spPr>
          <a:xfrm>
            <a:off x="4101860" y="4074483"/>
            <a:ext cx="7251940" cy="1670619"/>
          </a:xfrm>
        </p:spPr>
        <p:txBody>
          <a:bodyPr>
            <a:normAutofit/>
          </a:bodyPr>
          <a:lstStyle/>
          <a:p>
            <a:r>
              <a:rPr lang="en-US" sz="5400" b="1" dirty="0">
                <a:solidFill>
                  <a:srgbClr val="E81C1F"/>
                </a:solidFill>
                <a:ea typeface="Calibri Light"/>
                <a:cs typeface="Calibri Light"/>
              </a:rPr>
              <a:t>AI - DRIVEN INSIGHTS</a:t>
            </a:r>
          </a:p>
        </p:txBody>
      </p:sp>
    </p:spTree>
    <p:extLst>
      <p:ext uri="{BB962C8B-B14F-4D97-AF65-F5344CB8AC3E}">
        <p14:creationId xmlns:p14="http://schemas.microsoft.com/office/powerpoint/2010/main" val="2347310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019826-4AC4-202B-7519-22D5C0F74C0E}"/>
              </a:ext>
            </a:extLst>
          </p:cNvPr>
          <p:cNvSpPr txBox="1"/>
          <p:nvPr/>
        </p:nvSpPr>
        <p:spPr>
          <a:xfrm>
            <a:off x="3798278" y="211017"/>
            <a:ext cx="7165706" cy="646331"/>
          </a:xfrm>
          <a:prstGeom prst="rect">
            <a:avLst/>
          </a:prstGeom>
          <a:noFill/>
        </p:spPr>
        <p:txBody>
          <a:bodyPr wrap="square" rtlCol="0">
            <a:spAutoFit/>
          </a:bodyPr>
          <a:lstStyle/>
          <a:p>
            <a:r>
              <a:rPr lang="en-US" sz="3600" b="1" dirty="0">
                <a:solidFill>
                  <a:schemeClr val="bg1"/>
                </a:solidFill>
              </a:rPr>
              <a:t>PROBLEM STATEMENT</a:t>
            </a:r>
          </a:p>
        </p:txBody>
      </p:sp>
      <p:sp>
        <p:nvSpPr>
          <p:cNvPr id="7" name="TextBox 6">
            <a:extLst>
              <a:ext uri="{FF2B5EF4-FFF2-40B4-BE49-F238E27FC236}">
                <a16:creationId xmlns:a16="http://schemas.microsoft.com/office/drawing/2014/main" id="{5D7E1CD7-F52B-B83A-A00B-817429E7E745}"/>
              </a:ext>
            </a:extLst>
          </p:cNvPr>
          <p:cNvSpPr txBox="1"/>
          <p:nvPr/>
        </p:nvSpPr>
        <p:spPr>
          <a:xfrm>
            <a:off x="3046829" y="2040488"/>
            <a:ext cx="6098344" cy="3539430"/>
          </a:xfrm>
          <a:prstGeom prst="rect">
            <a:avLst/>
          </a:prstGeom>
          <a:noFill/>
        </p:spPr>
        <p:txBody>
          <a:bodyPr wrap="square">
            <a:spAutoFit/>
          </a:bodyPr>
          <a:lstStyle/>
          <a:p>
            <a:r>
              <a:rPr lang="en-US" sz="2800" b="1" dirty="0">
                <a:solidFill>
                  <a:schemeClr val="bg1"/>
                </a:solidFill>
              </a:rPr>
              <a:t>This project involves loading, cleaning, analyzing, and visualizing data from a Netflix dataset. We'll use Python libraries like Pandas, Matplotlib, and Seaborn to work through the project. The goal is to explore the dataset, derive insights, and prepare for potential machine learning tasks</a:t>
            </a:r>
            <a:r>
              <a:rPr lang="en-US" sz="2520" b="1" dirty="0">
                <a:solidFill>
                  <a:schemeClr val="bg1"/>
                </a:solidFill>
              </a:rPr>
              <a:t>. </a:t>
            </a:r>
          </a:p>
        </p:txBody>
      </p:sp>
    </p:spTree>
    <p:extLst>
      <p:ext uri="{BB962C8B-B14F-4D97-AF65-F5344CB8AC3E}">
        <p14:creationId xmlns:p14="http://schemas.microsoft.com/office/powerpoint/2010/main" val="860492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9DD166-4B51-2505-0DA8-111BA701638D}"/>
              </a:ext>
            </a:extLst>
          </p:cNvPr>
          <p:cNvSpPr txBox="1"/>
          <p:nvPr/>
        </p:nvSpPr>
        <p:spPr>
          <a:xfrm>
            <a:off x="4951829" y="393895"/>
            <a:ext cx="4730654" cy="923330"/>
          </a:xfrm>
          <a:prstGeom prst="rect">
            <a:avLst/>
          </a:prstGeom>
          <a:noFill/>
        </p:spPr>
        <p:txBody>
          <a:bodyPr wrap="none" rtlCol="0">
            <a:spAutoFit/>
          </a:bodyPr>
          <a:lstStyle/>
          <a:p>
            <a:r>
              <a:rPr lang="en-US" sz="5400" b="1" dirty="0"/>
              <a:t>INTRODUCTION</a:t>
            </a:r>
          </a:p>
        </p:txBody>
      </p:sp>
      <p:sp>
        <p:nvSpPr>
          <p:cNvPr id="3" name="TextBox 2">
            <a:extLst>
              <a:ext uri="{FF2B5EF4-FFF2-40B4-BE49-F238E27FC236}">
                <a16:creationId xmlns:a16="http://schemas.microsoft.com/office/drawing/2014/main" id="{F9031B0E-CD90-8C95-CDA6-02A90884AD49}"/>
              </a:ext>
            </a:extLst>
          </p:cNvPr>
          <p:cNvSpPr txBox="1"/>
          <p:nvPr/>
        </p:nvSpPr>
        <p:spPr>
          <a:xfrm>
            <a:off x="2418736" y="2601535"/>
            <a:ext cx="8524567" cy="2585323"/>
          </a:xfrm>
          <a:prstGeom prst="rect">
            <a:avLst/>
          </a:prstGeom>
          <a:noFill/>
        </p:spPr>
        <p:txBody>
          <a:bodyPr wrap="square" rtlCol="0">
            <a:spAutoFit/>
          </a:bodyPr>
          <a:lstStyle/>
          <a:p>
            <a:pPr marL="285766" indent="-285766">
              <a:buFont typeface="Courier New" panose="02070309020205020404" pitchFamily="49" charset="0"/>
              <a:buChar char="o"/>
            </a:pPr>
            <a:r>
              <a:rPr lang="en-US" b="1" dirty="0"/>
              <a:t>Netflix, as one of the world’s leading streaming services, offers a vast collection of movies, TV shows, and original content. With its continuous expansion of the content library, analyzing trends and patterns in its catalog provides valuable insights into viewer preferences and the global streaming market. This project aims to clean, analyze, and visualize a dataset comprising Netflix content added between 2008 and 2021.</a:t>
            </a:r>
          </a:p>
          <a:p>
            <a:pPr marL="285766" indent="-285766">
              <a:buFont typeface="Courier New" panose="02070309020205020404" pitchFamily="49" charset="0"/>
              <a:buChar char="o"/>
            </a:pPr>
            <a:r>
              <a:rPr lang="en-US" b="1" dirty="0"/>
              <a:t>Using Python, SQL, and Tableau, the project focuses on exploring key aspects such as content type distribution, genre popularity, regional content trends, and rating pattern</a:t>
            </a:r>
          </a:p>
        </p:txBody>
      </p:sp>
    </p:spTree>
    <p:extLst>
      <p:ext uri="{BB962C8B-B14F-4D97-AF65-F5344CB8AC3E}">
        <p14:creationId xmlns:p14="http://schemas.microsoft.com/office/powerpoint/2010/main" val="287867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7311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93D50F-1724-B58A-786A-635F48A52CD8}"/>
              </a:ext>
            </a:extLst>
          </p:cNvPr>
          <p:cNvSpPr txBox="1"/>
          <p:nvPr/>
        </p:nvSpPr>
        <p:spPr>
          <a:xfrm>
            <a:off x="4468762" y="132737"/>
            <a:ext cx="3760838" cy="400110"/>
          </a:xfrm>
          <a:prstGeom prst="rect">
            <a:avLst/>
          </a:prstGeom>
          <a:noFill/>
        </p:spPr>
        <p:txBody>
          <a:bodyPr wrap="square" rtlCol="0">
            <a:spAutoFit/>
          </a:bodyPr>
          <a:lstStyle/>
          <a:p>
            <a:r>
              <a:rPr lang="en-US" sz="2000" b="1" dirty="0">
                <a:solidFill>
                  <a:schemeClr val="bg1"/>
                </a:solidFill>
              </a:rPr>
              <a:t>DATA LOADIND AND PROCESSING</a:t>
            </a:r>
          </a:p>
        </p:txBody>
      </p:sp>
      <p:sp>
        <p:nvSpPr>
          <p:cNvPr id="4" name="TextBox 3">
            <a:extLst>
              <a:ext uri="{FF2B5EF4-FFF2-40B4-BE49-F238E27FC236}">
                <a16:creationId xmlns:a16="http://schemas.microsoft.com/office/drawing/2014/main" id="{7AFD919C-E3C0-ABAE-B5C7-C02B739041AB}"/>
              </a:ext>
            </a:extLst>
          </p:cNvPr>
          <p:cNvSpPr txBox="1"/>
          <p:nvPr/>
        </p:nvSpPr>
        <p:spPr>
          <a:xfrm>
            <a:off x="3569110" y="1049698"/>
            <a:ext cx="6474542" cy="1015663"/>
          </a:xfrm>
          <a:prstGeom prst="rect">
            <a:avLst/>
          </a:prstGeom>
          <a:noFill/>
        </p:spPr>
        <p:txBody>
          <a:bodyPr wrap="square" rtlCol="0">
            <a:spAutoFit/>
          </a:bodyPr>
          <a:lstStyle/>
          <a:p>
            <a:pPr marL="342919" indent="-342919">
              <a:buFont typeface="Arial" panose="020B0604020202020204" pitchFamily="34" charset="0"/>
              <a:buChar char="•"/>
            </a:pPr>
            <a:r>
              <a:rPr lang="en-US" sz="2000" b="1" dirty="0">
                <a:solidFill>
                  <a:schemeClr val="bg1"/>
                </a:solidFill>
              </a:rPr>
              <a:t>Importing the python libraries</a:t>
            </a:r>
          </a:p>
          <a:p>
            <a:pPr marL="342919" indent="-342919">
              <a:buFont typeface="Arial" panose="020B0604020202020204" pitchFamily="34" charset="0"/>
              <a:buChar char="•"/>
            </a:pPr>
            <a:r>
              <a:rPr lang="en-US" sz="2000" b="1" dirty="0">
                <a:solidFill>
                  <a:schemeClr val="bg1"/>
                </a:solidFill>
              </a:rPr>
              <a:t>Reading the dataset using pandas </a:t>
            </a:r>
            <a:r>
              <a:rPr lang="en-US" sz="2000" b="1" dirty="0" err="1">
                <a:solidFill>
                  <a:schemeClr val="bg1"/>
                </a:solidFill>
              </a:rPr>
              <a:t>dataframe</a:t>
            </a:r>
            <a:r>
              <a:rPr lang="en-US" sz="2000" b="1" dirty="0">
                <a:solidFill>
                  <a:schemeClr val="bg1"/>
                </a:solidFill>
              </a:rPr>
              <a:t> </a:t>
            </a:r>
          </a:p>
          <a:p>
            <a:pPr marL="342919" indent="-342919">
              <a:buFont typeface="Arial" panose="020B0604020202020204" pitchFamily="34" charset="0"/>
              <a:buChar char="•"/>
            </a:pPr>
            <a:r>
              <a:rPr lang="en-US" sz="2000" b="1" dirty="0">
                <a:solidFill>
                  <a:schemeClr val="bg1"/>
                </a:solidFill>
              </a:rPr>
              <a:t>Displaying the dataset using head() functi</a:t>
            </a:r>
            <a:r>
              <a:rPr lang="en-US" dirty="0">
                <a:solidFill>
                  <a:schemeClr val="bg1"/>
                </a:solidFill>
              </a:rPr>
              <a:t>on</a:t>
            </a:r>
            <a:endParaRPr lang="en-US" dirty="0"/>
          </a:p>
        </p:txBody>
      </p:sp>
      <p:pic>
        <p:nvPicPr>
          <p:cNvPr id="8" name="Content Placeholder 7">
            <a:extLst>
              <a:ext uri="{FF2B5EF4-FFF2-40B4-BE49-F238E27FC236}">
                <a16:creationId xmlns:a16="http://schemas.microsoft.com/office/drawing/2014/main" id="{901F64F9-961B-C56A-6412-B7515020D079}"/>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943897" y="2208213"/>
            <a:ext cx="10943303" cy="4399064"/>
          </a:xfrm>
        </p:spPr>
      </p:pic>
    </p:spTree>
    <p:extLst>
      <p:ext uri="{BB962C8B-B14F-4D97-AF65-F5344CB8AC3E}">
        <p14:creationId xmlns:p14="http://schemas.microsoft.com/office/powerpoint/2010/main" val="1925056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109883-CA2D-695A-B166-F97B0BB97EF5}"/>
              </a:ext>
            </a:extLst>
          </p:cNvPr>
          <p:cNvSpPr txBox="1"/>
          <p:nvPr/>
        </p:nvSpPr>
        <p:spPr>
          <a:xfrm>
            <a:off x="4571821" y="2"/>
            <a:ext cx="4277212" cy="461665"/>
          </a:xfrm>
          <a:prstGeom prst="rect">
            <a:avLst/>
          </a:prstGeom>
          <a:noFill/>
        </p:spPr>
        <p:txBody>
          <a:bodyPr wrap="square" rtlCol="0">
            <a:spAutoFit/>
          </a:bodyPr>
          <a:lstStyle/>
          <a:p>
            <a:r>
              <a:rPr lang="en-US" sz="2400" b="1" dirty="0">
                <a:solidFill>
                  <a:schemeClr val="bg1"/>
                </a:solidFill>
              </a:rPr>
              <a:t>DATA CLEANING PROCESS</a:t>
            </a:r>
          </a:p>
        </p:txBody>
      </p:sp>
      <p:sp>
        <p:nvSpPr>
          <p:cNvPr id="3" name="TextBox 2">
            <a:extLst>
              <a:ext uri="{FF2B5EF4-FFF2-40B4-BE49-F238E27FC236}">
                <a16:creationId xmlns:a16="http://schemas.microsoft.com/office/drawing/2014/main" id="{D53F8DF1-D6F8-81F0-6884-0E82C060BEA1}"/>
              </a:ext>
            </a:extLst>
          </p:cNvPr>
          <p:cNvSpPr txBox="1"/>
          <p:nvPr/>
        </p:nvSpPr>
        <p:spPr>
          <a:xfrm>
            <a:off x="1" y="1047135"/>
            <a:ext cx="4837470" cy="369332"/>
          </a:xfrm>
          <a:prstGeom prst="rect">
            <a:avLst/>
          </a:prstGeom>
          <a:noFill/>
        </p:spPr>
        <p:txBody>
          <a:bodyPr wrap="square" rtlCol="0">
            <a:spAutoFit/>
          </a:bodyPr>
          <a:lstStyle/>
          <a:p>
            <a:r>
              <a:rPr lang="en-US" dirty="0">
                <a:solidFill>
                  <a:schemeClr val="bg1"/>
                </a:solidFill>
              </a:rPr>
              <a:t> 1.CHECK THE NULL VALUES IN THE DATASET</a:t>
            </a:r>
          </a:p>
        </p:txBody>
      </p:sp>
      <p:pic>
        <p:nvPicPr>
          <p:cNvPr id="5" name="Picture 4">
            <a:extLst>
              <a:ext uri="{FF2B5EF4-FFF2-40B4-BE49-F238E27FC236}">
                <a16:creationId xmlns:a16="http://schemas.microsoft.com/office/drawing/2014/main" id="{C8A93F96-F35B-AF97-851E-DE08A0EBE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912" y="1712646"/>
            <a:ext cx="3629532" cy="4924127"/>
          </a:xfrm>
          <a:prstGeom prst="rect">
            <a:avLst/>
          </a:prstGeom>
        </p:spPr>
      </p:pic>
      <p:sp>
        <p:nvSpPr>
          <p:cNvPr id="6" name="TextBox 5">
            <a:extLst>
              <a:ext uri="{FF2B5EF4-FFF2-40B4-BE49-F238E27FC236}">
                <a16:creationId xmlns:a16="http://schemas.microsoft.com/office/drawing/2014/main" id="{AF381A92-AAFC-0F5F-9A96-4207560410BE}"/>
              </a:ext>
            </a:extLst>
          </p:cNvPr>
          <p:cNvSpPr txBox="1"/>
          <p:nvPr/>
        </p:nvSpPr>
        <p:spPr>
          <a:xfrm>
            <a:off x="6455943" y="1047136"/>
            <a:ext cx="4786182" cy="369332"/>
          </a:xfrm>
          <a:prstGeom prst="rect">
            <a:avLst/>
          </a:prstGeom>
          <a:noFill/>
        </p:spPr>
        <p:txBody>
          <a:bodyPr wrap="none" rtlCol="0">
            <a:spAutoFit/>
          </a:bodyPr>
          <a:lstStyle/>
          <a:p>
            <a:r>
              <a:rPr lang="en-US" dirty="0">
                <a:solidFill>
                  <a:schemeClr val="bg1"/>
                </a:solidFill>
              </a:rPr>
              <a:t>2.CHECK THE DUPLICATE VALUES IN THE DATASET</a:t>
            </a:r>
          </a:p>
        </p:txBody>
      </p:sp>
      <p:pic>
        <p:nvPicPr>
          <p:cNvPr id="8" name="Picture 7">
            <a:extLst>
              <a:ext uri="{FF2B5EF4-FFF2-40B4-BE49-F238E27FC236}">
                <a16:creationId xmlns:a16="http://schemas.microsoft.com/office/drawing/2014/main" id="{28BE531D-5389-1842-E9FA-8E55604625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7472" y="1712647"/>
            <a:ext cx="7138219" cy="4924127"/>
          </a:xfrm>
          <a:prstGeom prst="rect">
            <a:avLst/>
          </a:prstGeom>
        </p:spPr>
      </p:pic>
    </p:spTree>
    <p:extLst>
      <p:ext uri="{BB962C8B-B14F-4D97-AF65-F5344CB8AC3E}">
        <p14:creationId xmlns:p14="http://schemas.microsoft.com/office/powerpoint/2010/main" val="2888529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FCD702-7919-AFCE-E211-4BFEED744440}"/>
              </a:ext>
            </a:extLst>
          </p:cNvPr>
          <p:cNvSpPr txBox="1"/>
          <p:nvPr/>
        </p:nvSpPr>
        <p:spPr>
          <a:xfrm>
            <a:off x="294969" y="737419"/>
            <a:ext cx="4517520" cy="400110"/>
          </a:xfrm>
          <a:prstGeom prst="rect">
            <a:avLst/>
          </a:prstGeom>
          <a:noFill/>
        </p:spPr>
        <p:txBody>
          <a:bodyPr wrap="square" rtlCol="0">
            <a:spAutoFit/>
          </a:bodyPr>
          <a:lstStyle/>
          <a:p>
            <a:r>
              <a:rPr lang="en-US" sz="2000" b="1" dirty="0">
                <a:solidFill>
                  <a:schemeClr val="bg1"/>
                </a:solidFill>
              </a:rPr>
              <a:t>3. UPDATING THE DATE COLUMN</a:t>
            </a:r>
          </a:p>
        </p:txBody>
      </p:sp>
      <p:pic>
        <p:nvPicPr>
          <p:cNvPr id="4" name="Picture 3">
            <a:extLst>
              <a:ext uri="{FF2B5EF4-FFF2-40B4-BE49-F238E27FC236}">
                <a16:creationId xmlns:a16="http://schemas.microsoft.com/office/drawing/2014/main" id="{798AF709-1E9F-6554-78D7-CD6553DF1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969" y="1371312"/>
            <a:ext cx="4925960" cy="5029487"/>
          </a:xfrm>
          <a:prstGeom prst="rect">
            <a:avLst/>
          </a:prstGeom>
        </p:spPr>
      </p:pic>
      <p:sp>
        <p:nvSpPr>
          <p:cNvPr id="5" name="TextBox 4">
            <a:extLst>
              <a:ext uri="{FF2B5EF4-FFF2-40B4-BE49-F238E27FC236}">
                <a16:creationId xmlns:a16="http://schemas.microsoft.com/office/drawing/2014/main" id="{3696586F-8C2E-F9C6-7D9E-434C47BF41D3}"/>
              </a:ext>
            </a:extLst>
          </p:cNvPr>
          <p:cNvSpPr txBox="1"/>
          <p:nvPr/>
        </p:nvSpPr>
        <p:spPr>
          <a:xfrm>
            <a:off x="8259100" y="724982"/>
            <a:ext cx="4095134" cy="646331"/>
          </a:xfrm>
          <a:prstGeom prst="rect">
            <a:avLst/>
          </a:prstGeom>
          <a:noFill/>
        </p:spPr>
        <p:txBody>
          <a:bodyPr wrap="square" rtlCol="0">
            <a:spAutoFit/>
          </a:bodyPr>
          <a:lstStyle/>
          <a:p>
            <a:r>
              <a:rPr lang="en-US" b="1" dirty="0">
                <a:solidFill>
                  <a:schemeClr val="bg1"/>
                </a:solidFill>
              </a:rPr>
              <a:t>4.UPDATING THE VALUE COUNTS BY COUNTRIES</a:t>
            </a:r>
          </a:p>
        </p:txBody>
      </p:sp>
      <p:pic>
        <p:nvPicPr>
          <p:cNvPr id="7" name="Picture 6">
            <a:extLst>
              <a:ext uri="{FF2B5EF4-FFF2-40B4-BE49-F238E27FC236}">
                <a16:creationId xmlns:a16="http://schemas.microsoft.com/office/drawing/2014/main" id="{1F3C9EC3-0677-CF2B-24C0-1A9B6172A7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5769" y="1371314"/>
            <a:ext cx="5201263" cy="5029486"/>
          </a:xfrm>
          <a:prstGeom prst="rect">
            <a:avLst/>
          </a:prstGeom>
        </p:spPr>
      </p:pic>
    </p:spTree>
    <p:extLst>
      <p:ext uri="{BB962C8B-B14F-4D97-AF65-F5344CB8AC3E}">
        <p14:creationId xmlns:p14="http://schemas.microsoft.com/office/powerpoint/2010/main" val="3541479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B6DD8-92C4-B150-BFC7-4EEE8464BB81}"/>
              </a:ext>
            </a:extLst>
          </p:cNvPr>
          <p:cNvSpPr>
            <a:spLocks noGrp="1"/>
          </p:cNvSpPr>
          <p:nvPr>
            <p:ph type="title"/>
          </p:nvPr>
        </p:nvSpPr>
        <p:spPr>
          <a:xfrm>
            <a:off x="2912533" y="-312208"/>
            <a:ext cx="8286045" cy="1353785"/>
          </a:xfrm>
        </p:spPr>
        <p:txBody>
          <a:bodyPr/>
          <a:lstStyle/>
          <a:p>
            <a:r>
              <a:rPr lang="en-US" b="1" dirty="0">
                <a:solidFill>
                  <a:srgbClr val="E81C1F"/>
                </a:solidFill>
                <a:ea typeface="+mj-lt"/>
                <a:cs typeface="+mj-lt"/>
              </a:rPr>
              <a:t>ML Model Metrics</a:t>
            </a:r>
            <a:endParaRPr lang="en-US" b="1">
              <a:solidFill>
                <a:srgbClr val="E81C1F"/>
              </a:solidFill>
              <a:ea typeface="Calibri Light"/>
              <a:cs typeface="Calibri Light"/>
            </a:endParaRPr>
          </a:p>
        </p:txBody>
      </p:sp>
      <p:pic>
        <p:nvPicPr>
          <p:cNvPr id="3" name="Picture 2" descr="A screenshot of a computer program&#10;&#10;AI-generated content may be incorrect.">
            <a:extLst>
              <a:ext uri="{FF2B5EF4-FFF2-40B4-BE49-F238E27FC236}">
                <a16:creationId xmlns:a16="http://schemas.microsoft.com/office/drawing/2014/main" id="{7592FF1C-031B-A755-FD78-434D12C1C972}"/>
              </a:ext>
            </a:extLst>
          </p:cNvPr>
          <p:cNvPicPr>
            <a:picLocks noChangeAspect="1"/>
          </p:cNvPicPr>
          <p:nvPr/>
        </p:nvPicPr>
        <p:blipFill>
          <a:blip r:embed="rId3"/>
          <a:stretch>
            <a:fillRect/>
          </a:stretch>
        </p:blipFill>
        <p:spPr>
          <a:xfrm>
            <a:off x="219389" y="798222"/>
            <a:ext cx="11717281" cy="5796713"/>
          </a:xfrm>
          <a:prstGeom prst="rect">
            <a:avLst/>
          </a:prstGeom>
        </p:spPr>
      </p:pic>
    </p:spTree>
    <p:extLst>
      <p:ext uri="{BB962C8B-B14F-4D97-AF65-F5344CB8AC3E}">
        <p14:creationId xmlns:p14="http://schemas.microsoft.com/office/powerpoint/2010/main" val="347019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code&#10;&#10;AI-generated content may be incorrect.">
            <a:extLst>
              <a:ext uri="{FF2B5EF4-FFF2-40B4-BE49-F238E27FC236}">
                <a16:creationId xmlns:a16="http://schemas.microsoft.com/office/drawing/2014/main" id="{2AD66824-8F8B-B704-2B9F-D06D4D73D11B}"/>
              </a:ext>
            </a:extLst>
          </p:cNvPr>
          <p:cNvPicPr>
            <a:picLocks noChangeAspect="1"/>
          </p:cNvPicPr>
          <p:nvPr/>
        </p:nvPicPr>
        <p:blipFill>
          <a:blip r:embed="rId2"/>
          <a:srcRect r="207" b="-8060"/>
          <a:stretch/>
        </p:blipFill>
        <p:spPr>
          <a:xfrm>
            <a:off x="280628" y="333555"/>
            <a:ext cx="6311126" cy="6723548"/>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EC141C79-29EA-9F25-470A-81EE94D2AF7E}"/>
              </a:ext>
            </a:extLst>
          </p:cNvPr>
          <p:cNvPicPr>
            <a:picLocks noChangeAspect="1"/>
          </p:cNvPicPr>
          <p:nvPr/>
        </p:nvPicPr>
        <p:blipFill>
          <a:blip r:embed="rId3"/>
          <a:stretch>
            <a:fillRect/>
          </a:stretch>
        </p:blipFill>
        <p:spPr>
          <a:xfrm>
            <a:off x="7115175" y="328704"/>
            <a:ext cx="4790894" cy="6214970"/>
          </a:xfrm>
          <a:prstGeom prst="rect">
            <a:avLst/>
          </a:prstGeom>
        </p:spPr>
      </p:pic>
    </p:spTree>
    <p:extLst>
      <p:ext uri="{BB962C8B-B14F-4D97-AF65-F5344CB8AC3E}">
        <p14:creationId xmlns:p14="http://schemas.microsoft.com/office/powerpoint/2010/main" val="1945832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B583-71C0-8F92-B0D5-5D9FC8035080}"/>
              </a:ext>
            </a:extLst>
          </p:cNvPr>
          <p:cNvSpPr>
            <a:spLocks noGrp="1"/>
          </p:cNvSpPr>
          <p:nvPr>
            <p:ph type="title"/>
          </p:nvPr>
        </p:nvSpPr>
        <p:spPr>
          <a:xfrm>
            <a:off x="838200" y="-552096"/>
            <a:ext cx="10515600" cy="2271006"/>
          </a:xfrm>
        </p:spPr>
        <p:txBody>
          <a:bodyPr>
            <a:normAutofit/>
          </a:bodyPr>
          <a:lstStyle/>
          <a:p>
            <a:r>
              <a:rPr lang="en-US" sz="3200" b="1" dirty="0"/>
              <a:t>Decision Tree Classifier and Support Vector Machine (SVM)</a:t>
            </a:r>
            <a:endParaRPr lang="en-US" sz="3200">
              <a:latin typeface="Consolas"/>
            </a:endParaRPr>
          </a:p>
          <a:p>
            <a:endParaRPr lang="en-US" dirty="0">
              <a:latin typeface="Calibri Light" panose="020F0302020204030204"/>
              <a:ea typeface="Calibri Light"/>
              <a:cs typeface="Calibri Light"/>
            </a:endParaRPr>
          </a:p>
        </p:txBody>
      </p:sp>
      <p:pic>
        <p:nvPicPr>
          <p:cNvPr id="3" name="Picture 2" descr="A screenshot of a computer program&#10;&#10;AI-generated content may be incorrect.">
            <a:extLst>
              <a:ext uri="{FF2B5EF4-FFF2-40B4-BE49-F238E27FC236}">
                <a16:creationId xmlns:a16="http://schemas.microsoft.com/office/drawing/2014/main" id="{2134C864-6EDF-071C-2D66-920EDC9BC0DB}"/>
              </a:ext>
            </a:extLst>
          </p:cNvPr>
          <p:cNvPicPr>
            <a:picLocks noChangeAspect="1"/>
          </p:cNvPicPr>
          <p:nvPr/>
        </p:nvPicPr>
        <p:blipFill>
          <a:blip r:embed="rId2"/>
          <a:stretch>
            <a:fillRect/>
          </a:stretch>
        </p:blipFill>
        <p:spPr>
          <a:xfrm>
            <a:off x="358747" y="585600"/>
            <a:ext cx="11522698" cy="6082978"/>
          </a:xfrm>
          <a:prstGeom prst="rect">
            <a:avLst/>
          </a:prstGeom>
        </p:spPr>
      </p:pic>
    </p:spTree>
    <p:extLst>
      <p:ext uri="{BB962C8B-B14F-4D97-AF65-F5344CB8AC3E}">
        <p14:creationId xmlns:p14="http://schemas.microsoft.com/office/powerpoint/2010/main" val="1549337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3D172-9DA2-2B81-4267-27F832100352}"/>
              </a:ext>
            </a:extLst>
          </p:cNvPr>
          <p:cNvSpPr>
            <a:spLocks noGrp="1"/>
          </p:cNvSpPr>
          <p:nvPr>
            <p:ph type="title"/>
          </p:nvPr>
        </p:nvSpPr>
        <p:spPr>
          <a:xfrm>
            <a:off x="2089030" y="-670044"/>
            <a:ext cx="10515600" cy="1958167"/>
          </a:xfrm>
        </p:spPr>
        <p:txBody>
          <a:bodyPr>
            <a:normAutofit/>
          </a:bodyPr>
          <a:lstStyle/>
          <a:p>
            <a:r>
              <a:rPr lang="en-US" sz="3200" b="1" dirty="0">
                <a:ea typeface="+mj-lt"/>
                <a:cs typeface="+mj-lt"/>
              </a:rPr>
              <a:t>K-Nearest Neighbors (KNN) And Naive Bayes</a:t>
            </a:r>
            <a:endParaRPr lang="en-US" sz="3200" b="1">
              <a:ea typeface="Calibri Light"/>
              <a:cs typeface="Calibri Light"/>
            </a:endParaRPr>
          </a:p>
        </p:txBody>
      </p:sp>
      <p:pic>
        <p:nvPicPr>
          <p:cNvPr id="3" name="Picture 2" descr="A screenshot of a computer program&#10;&#10;AI-generated content may be incorrect.">
            <a:extLst>
              <a:ext uri="{FF2B5EF4-FFF2-40B4-BE49-F238E27FC236}">
                <a16:creationId xmlns:a16="http://schemas.microsoft.com/office/drawing/2014/main" id="{4BC68747-4C64-DA8D-4753-8970CA2850F7}"/>
              </a:ext>
            </a:extLst>
          </p:cNvPr>
          <p:cNvPicPr>
            <a:picLocks noChangeAspect="1"/>
          </p:cNvPicPr>
          <p:nvPr/>
        </p:nvPicPr>
        <p:blipFill>
          <a:blip r:embed="rId2"/>
          <a:stretch>
            <a:fillRect/>
          </a:stretch>
        </p:blipFill>
        <p:spPr>
          <a:xfrm>
            <a:off x="309624" y="740930"/>
            <a:ext cx="11686973" cy="5730249"/>
          </a:xfrm>
          <a:prstGeom prst="rect">
            <a:avLst/>
          </a:prstGeom>
        </p:spPr>
      </p:pic>
    </p:spTree>
    <p:extLst>
      <p:ext uri="{BB962C8B-B14F-4D97-AF65-F5344CB8AC3E}">
        <p14:creationId xmlns:p14="http://schemas.microsoft.com/office/powerpoint/2010/main" val="1974793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D660AB-B3BA-6C0E-E316-6CF8C05A7219}"/>
              </a:ext>
            </a:extLst>
          </p:cNvPr>
          <p:cNvSpPr txBox="1"/>
          <p:nvPr/>
        </p:nvSpPr>
        <p:spPr>
          <a:xfrm>
            <a:off x="4498259" y="103241"/>
            <a:ext cx="4234814" cy="523220"/>
          </a:xfrm>
          <a:prstGeom prst="rect">
            <a:avLst/>
          </a:prstGeom>
          <a:noFill/>
        </p:spPr>
        <p:txBody>
          <a:bodyPr wrap="none" rtlCol="0">
            <a:spAutoFit/>
          </a:bodyPr>
          <a:lstStyle/>
          <a:p>
            <a:r>
              <a:rPr lang="en-US" sz="2800" dirty="0">
                <a:solidFill>
                  <a:schemeClr val="bg1"/>
                </a:solidFill>
              </a:rPr>
              <a:t>TOTAL RATINGS ON NETFLIX</a:t>
            </a:r>
          </a:p>
        </p:txBody>
      </p:sp>
      <p:pic>
        <p:nvPicPr>
          <p:cNvPr id="4" name="Picture 3">
            <a:extLst>
              <a:ext uri="{FF2B5EF4-FFF2-40B4-BE49-F238E27FC236}">
                <a16:creationId xmlns:a16="http://schemas.microsoft.com/office/drawing/2014/main" id="{B2D957E5-82AC-0A6E-4CE8-005A9F0DA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2828" y="851546"/>
            <a:ext cx="9866671" cy="5534507"/>
          </a:xfrm>
          <a:prstGeom prst="rect">
            <a:avLst/>
          </a:prstGeom>
        </p:spPr>
      </p:pic>
    </p:spTree>
    <p:extLst>
      <p:ext uri="{BB962C8B-B14F-4D97-AF65-F5344CB8AC3E}">
        <p14:creationId xmlns:p14="http://schemas.microsoft.com/office/powerpoint/2010/main" val="130149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50C135-40E3-64B9-A333-7D83198B5F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422" y="181044"/>
            <a:ext cx="5733078" cy="6529471"/>
          </a:xfrm>
          <a:prstGeom prst="rect">
            <a:avLst/>
          </a:prstGeom>
        </p:spPr>
      </p:pic>
      <p:pic>
        <p:nvPicPr>
          <p:cNvPr id="5" name="Picture 4">
            <a:extLst>
              <a:ext uri="{FF2B5EF4-FFF2-40B4-BE49-F238E27FC236}">
                <a16:creationId xmlns:a16="http://schemas.microsoft.com/office/drawing/2014/main" id="{EC203A4C-CE2A-BA3C-16FF-338A373FEE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4499" y="181045"/>
            <a:ext cx="5733079" cy="6529470"/>
          </a:xfrm>
          <a:prstGeom prst="rect">
            <a:avLst/>
          </a:prstGeom>
        </p:spPr>
      </p:pic>
    </p:spTree>
    <p:extLst>
      <p:ext uri="{BB962C8B-B14F-4D97-AF65-F5344CB8AC3E}">
        <p14:creationId xmlns:p14="http://schemas.microsoft.com/office/powerpoint/2010/main" val="1781640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5A9E70-CF74-FA2F-82D7-801EEDF4B52C}"/>
              </a:ext>
            </a:extLst>
          </p:cNvPr>
          <p:cNvSpPr txBox="1"/>
          <p:nvPr/>
        </p:nvSpPr>
        <p:spPr>
          <a:xfrm>
            <a:off x="3051005" y="-4549"/>
            <a:ext cx="6564944" cy="954107"/>
          </a:xfrm>
          <a:prstGeom prst="rect">
            <a:avLst/>
          </a:prstGeom>
          <a:noFill/>
        </p:spPr>
        <p:txBody>
          <a:bodyPr wrap="square" lIns="91440" tIns="45720" rIns="91440" bIns="45720" rtlCol="0" anchor="t">
            <a:spAutoFit/>
          </a:bodyPr>
          <a:lstStyle/>
          <a:p>
            <a:r>
              <a:rPr lang="en-US" sz="2800" b="1" cap="all" dirty="0">
                <a:solidFill>
                  <a:srgbClr val="E81C1F"/>
                </a:solidFill>
              </a:rPr>
              <a:t>Monthly and yearly releases of movies and tv shows</a:t>
            </a:r>
            <a:endParaRPr lang="en-US" sz="2800" b="1" cap="all">
              <a:solidFill>
                <a:srgbClr val="E81C1F"/>
              </a:solidFill>
              <a:ea typeface="Calibri"/>
              <a:cs typeface="Calibri"/>
            </a:endParaRPr>
          </a:p>
        </p:txBody>
      </p:sp>
      <p:pic>
        <p:nvPicPr>
          <p:cNvPr id="5" name="Picture 4">
            <a:extLst>
              <a:ext uri="{FF2B5EF4-FFF2-40B4-BE49-F238E27FC236}">
                <a16:creationId xmlns:a16="http://schemas.microsoft.com/office/drawing/2014/main" id="{DCCE8474-2EF4-D2D2-946C-1A4B87C620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347" y="1050705"/>
            <a:ext cx="5620649" cy="2916612"/>
          </a:xfrm>
          <a:prstGeom prst="rect">
            <a:avLst/>
          </a:prstGeom>
        </p:spPr>
      </p:pic>
      <p:pic>
        <p:nvPicPr>
          <p:cNvPr id="7" name="Picture 6">
            <a:extLst>
              <a:ext uri="{FF2B5EF4-FFF2-40B4-BE49-F238E27FC236}">
                <a16:creationId xmlns:a16="http://schemas.microsoft.com/office/drawing/2014/main" id="{CAD86FF2-515A-7D5D-2B0F-BE9D1B93B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052225"/>
            <a:ext cx="5732204" cy="2915092"/>
          </a:xfrm>
          <a:prstGeom prst="rect">
            <a:avLst/>
          </a:prstGeom>
        </p:spPr>
      </p:pic>
      <p:pic>
        <p:nvPicPr>
          <p:cNvPr id="9" name="Picture 8">
            <a:extLst>
              <a:ext uri="{FF2B5EF4-FFF2-40B4-BE49-F238E27FC236}">
                <a16:creationId xmlns:a16="http://schemas.microsoft.com/office/drawing/2014/main" id="{ABD4FF45-A118-6498-3A5C-3B8F94C61C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8347" y="4359979"/>
            <a:ext cx="5620649" cy="2276793"/>
          </a:xfrm>
          <a:prstGeom prst="rect">
            <a:avLst/>
          </a:prstGeom>
        </p:spPr>
      </p:pic>
      <p:pic>
        <p:nvPicPr>
          <p:cNvPr id="11" name="Picture 10">
            <a:extLst>
              <a:ext uri="{FF2B5EF4-FFF2-40B4-BE49-F238E27FC236}">
                <a16:creationId xmlns:a16="http://schemas.microsoft.com/office/drawing/2014/main" id="{6A6A506A-F0B3-D260-7D45-9954A9FE526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5999" y="4324670"/>
            <a:ext cx="5732205" cy="2312102"/>
          </a:xfrm>
          <a:prstGeom prst="rect">
            <a:avLst/>
          </a:prstGeom>
        </p:spPr>
      </p:pic>
    </p:spTree>
    <p:extLst>
      <p:ext uri="{BB962C8B-B14F-4D97-AF65-F5344CB8AC3E}">
        <p14:creationId xmlns:p14="http://schemas.microsoft.com/office/powerpoint/2010/main" val="187365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42C8DB-168E-E216-5F23-490D9EDBEAC7}"/>
              </a:ext>
            </a:extLst>
          </p:cNvPr>
          <p:cNvSpPr txBox="1"/>
          <p:nvPr/>
        </p:nvSpPr>
        <p:spPr>
          <a:xfrm>
            <a:off x="3229897" y="0"/>
            <a:ext cx="6930936" cy="461665"/>
          </a:xfrm>
          <a:prstGeom prst="rect">
            <a:avLst/>
          </a:prstGeom>
          <a:noFill/>
        </p:spPr>
        <p:txBody>
          <a:bodyPr wrap="none" rtlCol="0">
            <a:spAutoFit/>
          </a:bodyPr>
          <a:lstStyle/>
          <a:p>
            <a:r>
              <a:rPr lang="en-US" sz="2400" b="1" dirty="0">
                <a:solidFill>
                  <a:schemeClr val="bg1"/>
                </a:solidFill>
              </a:rPr>
              <a:t>TOP 10 MOVIES AND TV SHOWS GENRES ON NETFLIX</a:t>
            </a:r>
          </a:p>
        </p:txBody>
      </p:sp>
      <p:pic>
        <p:nvPicPr>
          <p:cNvPr id="4" name="Picture 3">
            <a:extLst>
              <a:ext uri="{FF2B5EF4-FFF2-40B4-BE49-F238E27FC236}">
                <a16:creationId xmlns:a16="http://schemas.microsoft.com/office/drawing/2014/main" id="{8BC0CF96-8403-B5D1-AC13-91FBA7CFD2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232" y="650778"/>
            <a:ext cx="6061587" cy="2778222"/>
          </a:xfrm>
          <a:prstGeom prst="rect">
            <a:avLst/>
          </a:prstGeom>
        </p:spPr>
      </p:pic>
      <p:pic>
        <p:nvPicPr>
          <p:cNvPr id="6" name="Picture 5">
            <a:extLst>
              <a:ext uri="{FF2B5EF4-FFF2-40B4-BE49-F238E27FC236}">
                <a16:creationId xmlns:a16="http://schemas.microsoft.com/office/drawing/2014/main" id="{81E8BAE0-E3A2-3C0E-5D37-EF3C0AD26E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4542" y="506980"/>
            <a:ext cx="5555226" cy="2922019"/>
          </a:xfrm>
          <a:prstGeom prst="rect">
            <a:avLst/>
          </a:prstGeom>
        </p:spPr>
      </p:pic>
      <p:pic>
        <p:nvPicPr>
          <p:cNvPr id="8" name="Picture 7">
            <a:extLst>
              <a:ext uri="{FF2B5EF4-FFF2-40B4-BE49-F238E27FC236}">
                <a16:creationId xmlns:a16="http://schemas.microsoft.com/office/drawing/2014/main" id="{789F4019-0627-5751-6E89-B5656EDB9D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233" y="3646756"/>
            <a:ext cx="5250426" cy="2778222"/>
          </a:xfrm>
          <a:prstGeom prst="rect">
            <a:avLst/>
          </a:prstGeom>
        </p:spPr>
      </p:pic>
      <p:pic>
        <p:nvPicPr>
          <p:cNvPr id="10" name="Picture 9">
            <a:extLst>
              <a:ext uri="{FF2B5EF4-FFF2-40B4-BE49-F238E27FC236}">
                <a16:creationId xmlns:a16="http://schemas.microsoft.com/office/drawing/2014/main" id="{65776C63-050A-FB88-51B2-1A0D35A1FA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68181" y="3761910"/>
            <a:ext cx="6061587" cy="2808496"/>
          </a:xfrm>
          <a:prstGeom prst="rect">
            <a:avLst/>
          </a:prstGeom>
        </p:spPr>
      </p:pic>
    </p:spTree>
    <p:extLst>
      <p:ext uri="{BB962C8B-B14F-4D97-AF65-F5344CB8AC3E}">
        <p14:creationId xmlns:p14="http://schemas.microsoft.com/office/powerpoint/2010/main" val="1590733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53FD8F-C6FD-044D-73CC-8F54F985D742}"/>
              </a:ext>
            </a:extLst>
          </p:cNvPr>
          <p:cNvSpPr txBox="1"/>
          <p:nvPr/>
        </p:nvSpPr>
        <p:spPr>
          <a:xfrm>
            <a:off x="2920180" y="132735"/>
            <a:ext cx="7795019" cy="400110"/>
          </a:xfrm>
          <a:prstGeom prst="rect">
            <a:avLst/>
          </a:prstGeom>
          <a:noFill/>
        </p:spPr>
        <p:txBody>
          <a:bodyPr wrap="none" rtlCol="0">
            <a:spAutoFit/>
          </a:bodyPr>
          <a:lstStyle/>
          <a:p>
            <a:r>
              <a:rPr lang="en-US" sz="2000" b="1" dirty="0">
                <a:solidFill>
                  <a:schemeClr val="bg1"/>
                </a:solidFill>
              </a:rPr>
              <a:t>TOP 15 DIRECTORS WITH HIGH FREQUENCY OF MOVIES AND TV SHOWS</a:t>
            </a:r>
          </a:p>
        </p:txBody>
      </p:sp>
      <p:pic>
        <p:nvPicPr>
          <p:cNvPr id="4" name="Picture 3">
            <a:extLst>
              <a:ext uri="{FF2B5EF4-FFF2-40B4-BE49-F238E27FC236}">
                <a16:creationId xmlns:a16="http://schemas.microsoft.com/office/drawing/2014/main" id="{A75F5210-BF68-95C1-2E07-91052B67A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38" y="750219"/>
            <a:ext cx="5679120" cy="5871807"/>
          </a:xfrm>
          <a:prstGeom prst="rect">
            <a:avLst/>
          </a:prstGeom>
        </p:spPr>
      </p:pic>
      <p:pic>
        <p:nvPicPr>
          <p:cNvPr id="6" name="Picture 5">
            <a:extLst>
              <a:ext uri="{FF2B5EF4-FFF2-40B4-BE49-F238E27FC236}">
                <a16:creationId xmlns:a16="http://schemas.microsoft.com/office/drawing/2014/main" id="{9009C83D-A45D-21FB-0648-BB8CA89A87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7913" y="750219"/>
            <a:ext cx="5679120" cy="5871807"/>
          </a:xfrm>
          <a:prstGeom prst="rect">
            <a:avLst/>
          </a:prstGeom>
        </p:spPr>
      </p:pic>
    </p:spTree>
    <p:extLst>
      <p:ext uri="{BB962C8B-B14F-4D97-AF65-F5344CB8AC3E}">
        <p14:creationId xmlns:p14="http://schemas.microsoft.com/office/powerpoint/2010/main" val="2083543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436870-E3C1-643B-351F-011ABA096FC1}"/>
              </a:ext>
            </a:extLst>
          </p:cNvPr>
          <p:cNvSpPr txBox="1"/>
          <p:nvPr/>
        </p:nvSpPr>
        <p:spPr>
          <a:xfrm>
            <a:off x="2757948" y="48711"/>
            <a:ext cx="7991227" cy="461665"/>
          </a:xfrm>
          <a:prstGeom prst="rect">
            <a:avLst/>
          </a:prstGeom>
          <a:noFill/>
        </p:spPr>
        <p:txBody>
          <a:bodyPr wrap="none" rtlCol="0">
            <a:spAutoFit/>
          </a:bodyPr>
          <a:lstStyle/>
          <a:p>
            <a:r>
              <a:rPr lang="en-US" sz="2400" b="1" dirty="0">
                <a:solidFill>
                  <a:schemeClr val="bg1"/>
                </a:solidFill>
              </a:rPr>
              <a:t>LIST OF MOVIES AND TV SHOWS RELEASED IN THE YEAR 2020</a:t>
            </a:r>
          </a:p>
        </p:txBody>
      </p:sp>
      <p:pic>
        <p:nvPicPr>
          <p:cNvPr id="4" name="Picture 3">
            <a:extLst>
              <a:ext uri="{FF2B5EF4-FFF2-40B4-BE49-F238E27FC236}">
                <a16:creationId xmlns:a16="http://schemas.microsoft.com/office/drawing/2014/main" id="{E7DD9843-6F57-D1B9-4B70-D1116BFF2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570" y="723522"/>
            <a:ext cx="11888859" cy="5972246"/>
          </a:xfrm>
          <a:prstGeom prst="rect">
            <a:avLst/>
          </a:prstGeom>
        </p:spPr>
      </p:pic>
    </p:spTree>
    <p:extLst>
      <p:ext uri="{BB962C8B-B14F-4D97-AF65-F5344CB8AC3E}">
        <p14:creationId xmlns:p14="http://schemas.microsoft.com/office/powerpoint/2010/main" val="1720371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3573E3-68E4-FB4A-AFCE-95E3FD3C0F90}"/>
              </a:ext>
            </a:extLst>
          </p:cNvPr>
          <p:cNvSpPr txBox="1"/>
          <p:nvPr/>
        </p:nvSpPr>
        <p:spPr>
          <a:xfrm>
            <a:off x="4888586" y="206477"/>
            <a:ext cx="2447914" cy="584775"/>
          </a:xfrm>
          <a:prstGeom prst="rect">
            <a:avLst/>
          </a:prstGeom>
          <a:noFill/>
        </p:spPr>
        <p:txBody>
          <a:bodyPr wrap="none" rtlCol="0">
            <a:spAutoFit/>
          </a:bodyPr>
          <a:lstStyle/>
          <a:p>
            <a:r>
              <a:rPr lang="en-US" sz="3200" b="1" u="sng" dirty="0">
                <a:solidFill>
                  <a:schemeClr val="bg1"/>
                </a:solidFill>
              </a:rPr>
              <a:t>CONCLUSION</a:t>
            </a:r>
          </a:p>
        </p:txBody>
      </p:sp>
      <p:sp>
        <p:nvSpPr>
          <p:cNvPr id="6" name="TextBox 5">
            <a:extLst>
              <a:ext uri="{FF2B5EF4-FFF2-40B4-BE49-F238E27FC236}">
                <a16:creationId xmlns:a16="http://schemas.microsoft.com/office/drawing/2014/main" id="{46E161D0-F9A7-954A-2826-5E7489865634}"/>
              </a:ext>
            </a:extLst>
          </p:cNvPr>
          <p:cNvSpPr txBox="1"/>
          <p:nvPr/>
        </p:nvSpPr>
        <p:spPr>
          <a:xfrm>
            <a:off x="1188720" y="1973580"/>
            <a:ext cx="9814560" cy="3108543"/>
          </a:xfrm>
          <a:prstGeom prst="rect">
            <a:avLst/>
          </a:prstGeom>
          <a:noFill/>
        </p:spPr>
        <p:txBody>
          <a:bodyPr wrap="square" rtlCol="0">
            <a:spAutoFit/>
          </a:bodyPr>
          <a:lstStyle/>
          <a:p>
            <a:r>
              <a:rPr lang="en-US" sz="2800" b="1" dirty="0">
                <a:solidFill>
                  <a:schemeClr val="bg1"/>
                </a:solidFill>
              </a:rPr>
              <a:t>This project successfully cleaned, analyzed, and visualized Netflix content data from 2008 to 2021. Key insights included content type distribution, popular genres, regional contributions, and rating patterns. The visualizations highlighted trends in content additions and top contributors, offering valuable perspectives. The cleaned dataset also opens up possibilities for future machine learning applications, such as recommendation systems.</a:t>
            </a:r>
          </a:p>
        </p:txBody>
      </p:sp>
    </p:spTree>
    <p:extLst>
      <p:ext uri="{BB962C8B-B14F-4D97-AF65-F5344CB8AC3E}">
        <p14:creationId xmlns:p14="http://schemas.microsoft.com/office/powerpoint/2010/main" val="900317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49DBCF-6007-66B7-6D01-ED2278989334}"/>
              </a:ext>
            </a:extLst>
          </p:cNvPr>
          <p:cNvSpPr txBox="1"/>
          <p:nvPr/>
        </p:nvSpPr>
        <p:spPr>
          <a:xfrm>
            <a:off x="7268498" y="4539773"/>
            <a:ext cx="4098356" cy="2123658"/>
          </a:xfrm>
          <a:prstGeom prst="rect">
            <a:avLst/>
          </a:prstGeom>
          <a:noFill/>
        </p:spPr>
        <p:txBody>
          <a:bodyPr wrap="square" lIns="91440" tIns="45720" rIns="91440" bIns="45720" rtlCol="0" anchor="t">
            <a:spAutoFit/>
          </a:bodyPr>
          <a:lstStyle/>
          <a:p>
            <a:r>
              <a:rPr lang="en-US" sz="4400" b="1" dirty="0">
                <a:solidFill>
                  <a:srgbClr val="E81C1F"/>
                </a:solidFill>
              </a:rPr>
              <a:t>BY</a:t>
            </a:r>
            <a:endParaRPr lang="en-US" sz="4400" b="1">
              <a:solidFill>
                <a:srgbClr val="E81C1F"/>
              </a:solidFill>
              <a:ea typeface="Calibri"/>
              <a:cs typeface="Calibri"/>
            </a:endParaRPr>
          </a:p>
          <a:p>
            <a:r>
              <a:rPr lang="en-US" sz="4400" b="1" dirty="0">
                <a:solidFill>
                  <a:srgbClr val="E81C1F"/>
                </a:solidFill>
              </a:rPr>
              <a:t>S.PRANOV</a:t>
            </a:r>
            <a:endParaRPr lang="en-US" sz="4400" b="1">
              <a:solidFill>
                <a:srgbClr val="E81C1F"/>
              </a:solidFill>
              <a:ea typeface="Calibri"/>
              <a:cs typeface="Calibri"/>
            </a:endParaRPr>
          </a:p>
          <a:p>
            <a:r>
              <a:rPr lang="en-US" sz="4400" b="1" dirty="0">
                <a:solidFill>
                  <a:srgbClr val="E81C1F"/>
                </a:solidFill>
                <a:ea typeface="Calibri" panose="020F0502020204030204"/>
                <a:cs typeface="Calibri" panose="020F0502020204030204"/>
              </a:rPr>
              <a:t>22620134</a:t>
            </a:r>
          </a:p>
        </p:txBody>
      </p:sp>
    </p:spTree>
    <p:extLst>
      <p:ext uri="{BB962C8B-B14F-4D97-AF65-F5344CB8AC3E}">
        <p14:creationId xmlns:p14="http://schemas.microsoft.com/office/powerpoint/2010/main" val="4217334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198</TotalTime>
  <Words>338</Words>
  <Application>Microsoft Office PowerPoint</Application>
  <PresentationFormat>Widescreen</PresentationFormat>
  <Paragraphs>25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AI - DRIVEN INSIGHTS</vt:lpstr>
      <vt:lpstr>PowerPoint Presentation</vt:lpstr>
      <vt:lpstr>PowerPoint Presentation</vt:lpstr>
      <vt:lpstr>PowerPoint Presentation</vt:lpstr>
      <vt:lpstr>PowerPoint Presentation</vt:lpstr>
      <vt:lpstr>PowerPoint Presentation</vt:lpstr>
      <vt:lpstr>PowerPoint Presentation</vt:lpstr>
      <vt:lpstr>ML Model Metrics</vt:lpstr>
      <vt:lpstr>PowerPoint Presentation</vt:lpstr>
      <vt:lpstr>Decision Tree Classifier and Support Vector Machine (SVM) </vt:lpstr>
      <vt:lpstr>K-Nearest Neighbors (KNN) And Naive Bayes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 PC</dc:creator>
  <cp:lastModifiedBy>HP - PC</cp:lastModifiedBy>
  <cp:revision>179</cp:revision>
  <dcterms:created xsi:type="dcterms:W3CDTF">2024-10-17T16:20:56Z</dcterms:created>
  <dcterms:modified xsi:type="dcterms:W3CDTF">2025-04-29T15:50:40Z</dcterms:modified>
</cp:coreProperties>
</file>